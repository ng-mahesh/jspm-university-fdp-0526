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Urbanist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A845CAD-34EF-473F-82C1-12A5F25A606E}">
  <a:tblStyle styleId="{FA845CAD-34EF-473F-82C1-12A5F25A606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585912"/>
            <a:ext cx="11601450" cy="282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Session 2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75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Environment Setup + TypeScript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876550" y="4700587"/>
            <a:ext cx="64389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Bootstrapping your Full Stack Development Journey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524500" y="2552700"/>
            <a:ext cx="1143000" cy="762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105626" y="3009900"/>
            <a:ext cx="5980747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Part 1: Core Tooling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4119562" y="3819525"/>
            <a:ext cx="3952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INSTALLATION &amp; FUNDAMENTALS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62162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071687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6334125" y="257175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LTS vs Current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334125" y="3076575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Always choose </a:t>
            </a:r>
            <a:r>
              <a:rPr lang="en-US" sz="165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LTS (Long Term Support)</a:t>
            </a: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for stability. Avoid experimental features in production.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62750" y="3848100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nvm (Node Version Manager)</a:t>
            </a: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: Highly recommended for managing multiple versions.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62750" y="4667250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Verify with node -v</a:t>
            </a:r>
            <a:endParaRPr/>
          </a:p>
        </p:txBody>
      </p:sp>
      <p:pic>
        <p:nvPicPr>
          <p:cNvPr id="106" name="Google Shape;10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8862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4705350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NODE.JS INSTALLATION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09825"/>
            <a:ext cx="3492549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09825"/>
            <a:ext cx="3492549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09825"/>
            <a:ext cx="3492549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705100"/>
            <a:ext cx="29019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866775" y="3305175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Initialization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66775" y="3952875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npm init creates the manifest of your project. Use -y for defaults.</a:t>
            </a:r>
            <a:endParaRPr/>
          </a:p>
        </p:txBody>
      </p:sp>
      <p:pic>
        <p:nvPicPr>
          <p:cNvPr id="121" name="Google Shape;12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705100"/>
            <a:ext cx="29019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4645074" y="3305175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Installation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645074" y="3952875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npm install  adds dependencies. Use -D for dev dependencies.</a:t>
            </a:r>
            <a:endParaRPr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705100"/>
            <a:ext cx="29019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423374" y="3305175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Scripts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423374" y="3952875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Automate tasks in package.json like npm start or npm run dev.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NPM BASICS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62162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71500" y="2224087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Essential Extensions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71500" y="4748212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Pro Tip: Use 'JetBrains Mono' font for better code readability.</a:t>
            </a:r>
            <a:endParaRPr/>
          </a:p>
        </p:txBody>
      </p:sp>
      <p:pic>
        <p:nvPicPr>
          <p:cNvPr id="137" name="Google Shape;13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71687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1000125" y="2728912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ESLint</a:t>
            </a: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: Plugs in JS/TS linting.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000125" y="3233737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Prettier</a:t>
            </a: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: Uniform code formatting.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000125" y="3738562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Error Lens</a:t>
            </a: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: Inline error highlights.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000125" y="4243387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GitLens</a:t>
            </a: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: Advanced Git integration.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VS CODE SETUP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95500"/>
            <a:ext cx="3492549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95500"/>
            <a:ext cx="3492549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95500"/>
            <a:ext cx="3492549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390775"/>
            <a:ext cx="29019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866775" y="2990850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Windows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66775" y="3638550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Download </a:t>
            </a:r>
            <a:r>
              <a:rPr lang="en-US" sz="165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Git for Windows</a:t>
            </a: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. Includes Git Bash, a powerful Linux-like terminal.</a:t>
            </a:r>
            <a:endParaRPr/>
          </a:p>
        </p:txBody>
      </p:sp>
      <p:pic>
        <p:nvPicPr>
          <p:cNvPr id="155" name="Google Shape;15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390775"/>
            <a:ext cx="29019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4645074" y="2990850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macOS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4645074" y="3638550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Use brew install git or install via Xcode Command Line Tools.</a:t>
            </a:r>
            <a:endParaRPr/>
          </a:p>
        </p:txBody>
      </p:sp>
      <p:pic>
        <p:nvPicPr>
          <p:cNvPr id="158" name="Google Shape;158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390775"/>
            <a:ext cx="29019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8423374" y="2990850"/>
            <a:ext cx="304709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Config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423374" y="3638550"/>
            <a:ext cx="2901999" cy="157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git config --global user.name "Your Name"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git config --global user.email "email@test.com"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GIT INSTALLATION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580310" y="2795587"/>
            <a:ext cx="11031378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Part 2: Backend Development Tools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524500" y="3986212"/>
            <a:ext cx="1143000" cy="76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571500" y="1528762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MONGODB COMPASS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71500" y="2414587"/>
            <a:ext cx="52006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Visual Database GUI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2919412"/>
            <a:ext cx="49530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A powerful graphical user interface for MongoDB. It allows you to explore your data, run ad-hoc queries, and visualize your database performance without writing shell commands.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1000125" y="4319587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Real-time performance metrics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1000125" y="4824412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Visual query builder</a:t>
            </a:r>
            <a:endParaRPr/>
          </a:p>
        </p:txBody>
      </p:sp>
      <p:pic>
        <p:nvPicPr>
          <p:cNvPr id="180" name="Google Shape;18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576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8625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571500" y="1685925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POSTMAN SETUP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71500" y="2571750"/>
            <a:ext cx="52006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API Development Client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571500" y="3076575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Postman is an essential tool for full-stack developers to test, document, and build APIs. It simplifies the process of sending requests and viewing responses.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1000125" y="4162425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Workspace synchronization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1000125" y="4667250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Auto-generate client code</a:t>
            </a:r>
            <a:endParaRPr/>
          </a:p>
        </p:txBody>
      </p:sp>
      <p:pic>
        <p:nvPicPr>
          <p:cNvPr id="193" name="Google Shape;19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0052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053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 txBox="1"/>
          <p:nvPr/>
        </p:nvSpPr>
        <p:spPr>
          <a:xfrm>
            <a:off x="1935480" y="2781300"/>
            <a:ext cx="832104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Part 3: Project Initialization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4471987" y="3590925"/>
            <a:ext cx="32480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BOOTSTRAPPING THE BACKEND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52700"/>
            <a:ext cx="5286375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52700"/>
            <a:ext cx="5286375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3"/>
          <p:cNvSpPr txBox="1"/>
          <p:nvPr/>
        </p:nvSpPr>
        <p:spPr>
          <a:xfrm>
            <a:off x="866775" y="2847975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Workflow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866775" y="3495675"/>
            <a:ext cx="4695825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1. Open Terminal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2. mkdir project-name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3. cd project-name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4. npm init -y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6629400" y="2847975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Why npm init?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6629400" y="3495675"/>
            <a:ext cx="4695825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It creates the package.json file, which tracks your project's dependencies, metadata, and custom build scripts. It's the heart of every Node project.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CREATING NODE PROJECT</a:t>
            </a:r>
            <a:endParaRPr/>
          </a:p>
        </p:txBody>
      </p:sp>
      <p:sp>
        <p:nvSpPr>
          <p:cNvPr id="215" name="Google Shape;215;p23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 txBox="1"/>
          <p:nvPr/>
        </p:nvSpPr>
        <p:spPr>
          <a:xfrm>
            <a:off x="2200275" y="2862262"/>
            <a:ext cx="7190898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Key Fields to Know</a:t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2628900" y="3367087"/>
            <a:ext cx="6419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dependencies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: Runtime packages (e.g., Express).</a:t>
            </a:r>
            <a:endParaRPr dirty="0"/>
          </a:p>
        </p:txBody>
      </p:sp>
      <p:sp>
        <p:nvSpPr>
          <p:cNvPr id="224" name="Google Shape;224;p24"/>
          <p:cNvSpPr txBox="1"/>
          <p:nvPr/>
        </p:nvSpPr>
        <p:spPr>
          <a:xfrm>
            <a:off x="2628900" y="3871912"/>
            <a:ext cx="6419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devDependencies</a:t>
            </a: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: Tools needed only for building (e.g., TypeScript).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2628900" y="4376737"/>
            <a:ext cx="64198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scripts</a:t>
            </a: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: Custom CLI shortcuts (e.g., "start": "node index.js").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THE PACKAGE.JSON FILE</a:t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 txBox="1"/>
          <p:nvPr/>
        </p:nvSpPr>
        <p:spPr>
          <a:xfrm>
            <a:off x="1570434" y="2795587"/>
            <a:ext cx="9051131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Part 4: TypeScript Deep Dive</a:t>
            </a:r>
            <a:endParaRPr/>
          </a:p>
        </p:txBody>
      </p:sp>
      <p:sp>
        <p:nvSpPr>
          <p:cNvPr id="234" name="Google Shape;234;p25"/>
          <p:cNvSpPr/>
          <p:nvPr/>
        </p:nvSpPr>
        <p:spPr>
          <a:xfrm>
            <a:off x="5524500" y="3986212"/>
            <a:ext cx="1143000" cy="762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62162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81387"/>
            <a:ext cx="5286375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 txBox="1"/>
          <p:nvPr/>
        </p:nvSpPr>
        <p:spPr>
          <a:xfrm>
            <a:off x="571500" y="2519362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Setup Commands</a:t>
            </a:r>
            <a:endParaRPr/>
          </a:p>
        </p:txBody>
      </p:sp>
      <p:sp>
        <p:nvSpPr>
          <p:cNvPr id="243" name="Google Shape;243;p26"/>
          <p:cNvSpPr txBox="1"/>
          <p:nvPr/>
        </p:nvSpPr>
        <p:spPr>
          <a:xfrm>
            <a:off x="571500" y="3024187"/>
            <a:ext cx="5286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Add TS as a dev-dependency for your project:</a:t>
            </a:r>
            <a:endParaRPr/>
          </a:p>
        </p:txBody>
      </p:sp>
      <p:sp>
        <p:nvSpPr>
          <p:cNvPr id="244" name="Google Shape;244;p26"/>
          <p:cNvSpPr txBox="1"/>
          <p:nvPr/>
        </p:nvSpPr>
        <p:spPr>
          <a:xfrm>
            <a:off x="571500" y="4452937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The tsc --init command generates the tsconfig.json file.</a:t>
            </a:r>
            <a:endParaRPr/>
          </a:p>
        </p:txBody>
      </p:sp>
      <p:pic>
        <p:nvPicPr>
          <p:cNvPr id="245" name="Google Shape;245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2071687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INSTALLING TYPESCRIPT</a:t>
            </a:r>
            <a:endParaRPr/>
          </a:p>
        </p:txBody>
      </p:sp>
      <p:sp>
        <p:nvSpPr>
          <p:cNvPr id="247" name="Google Shape;247;p26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7"/>
          <p:cNvSpPr txBox="1"/>
          <p:nvPr/>
        </p:nvSpPr>
        <p:spPr>
          <a:xfrm>
            <a:off x="1381125" y="2938462"/>
            <a:ext cx="10239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"target": "ES2020"</a:t>
            </a: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: Sets the version of JavaScript your code compiles into.</a:t>
            </a:r>
            <a:endParaRPr/>
          </a:p>
        </p:txBody>
      </p:sp>
      <p:sp>
        <p:nvSpPr>
          <p:cNvPr id="254" name="Google Shape;254;p27"/>
          <p:cNvSpPr txBox="1"/>
          <p:nvPr/>
        </p:nvSpPr>
        <p:spPr>
          <a:xfrm>
            <a:off x="1381125" y="3443287"/>
            <a:ext cx="10239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"outDir": "./dist"</a:t>
            </a: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: Directs all compiled JavaScript files into a specific folder.</a:t>
            </a:r>
            <a:endParaRPr/>
          </a:p>
        </p:txBody>
      </p:sp>
      <p:sp>
        <p:nvSpPr>
          <p:cNvPr id="255" name="Google Shape;255;p27"/>
          <p:cNvSpPr txBox="1"/>
          <p:nvPr/>
        </p:nvSpPr>
        <p:spPr>
          <a:xfrm>
            <a:off x="1381125" y="3948112"/>
            <a:ext cx="10239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"rootDir": "./src"</a:t>
            </a: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: Specifies where your TypeScript source files live.</a:t>
            </a:r>
            <a:endParaRPr/>
          </a:p>
        </p:txBody>
      </p:sp>
      <p:sp>
        <p:nvSpPr>
          <p:cNvPr id="256" name="Google Shape;256;p27"/>
          <p:cNvSpPr txBox="1"/>
          <p:nvPr/>
        </p:nvSpPr>
        <p:spPr>
          <a:xfrm>
            <a:off x="1381125" y="4452937"/>
            <a:ext cx="10239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"strict": true</a:t>
            </a: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: Enables a wide range of type checking behavior to ensure code safety.</a:t>
            </a:r>
            <a:endParaRPr/>
          </a:p>
        </p:txBody>
      </p:sp>
      <p:pic>
        <p:nvPicPr>
          <p:cNvPr id="257" name="Google Shape;257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9765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48138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39862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44910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TSCONFIG.JSON CONFIG</a:t>
            </a:r>
            <a:endParaRPr/>
          </a:p>
        </p:txBody>
      </p:sp>
      <p:sp>
        <p:nvSpPr>
          <p:cNvPr id="262" name="Google Shape;262;p27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57325"/>
            <a:ext cx="11049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8"/>
          <p:cNvSpPr txBox="1"/>
          <p:nvPr/>
        </p:nvSpPr>
        <p:spPr>
          <a:xfrm>
            <a:off x="571500" y="55197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TypeScript is </a:t>
            </a:r>
            <a:r>
              <a:rPr lang="en-US" sz="165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Transpiled</a:t>
            </a: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into JavaScript before execution by Node.js.</a:t>
            </a:r>
            <a:endParaRPr/>
          </a:p>
        </p:txBody>
      </p:sp>
      <p:sp>
        <p:nvSpPr>
          <p:cNvPr id="270" name="Google Shape;270;p2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COMPILATION PROCESS</a:t>
            </a:r>
            <a:endParaRPr/>
          </a:p>
        </p:txBody>
      </p:sp>
      <p:sp>
        <p:nvSpPr>
          <p:cNvPr id="271" name="Google Shape;271;p28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09862"/>
            <a:ext cx="5286375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09862"/>
            <a:ext cx="5286375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9"/>
          <p:cNvSpPr txBox="1"/>
          <p:nvPr/>
        </p:nvSpPr>
        <p:spPr>
          <a:xfrm>
            <a:off x="866775" y="3005137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Manual Way</a:t>
            </a:r>
            <a:endParaRPr/>
          </a:p>
        </p:txBody>
      </p:sp>
      <p:sp>
        <p:nvSpPr>
          <p:cNvPr id="280" name="Google Shape;280;p29"/>
          <p:cNvSpPr txBox="1"/>
          <p:nvPr/>
        </p:nvSpPr>
        <p:spPr>
          <a:xfrm>
            <a:off x="866775" y="3652837"/>
            <a:ext cx="46958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1. npx tsc (Compiles to JS)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2. node dist/index.js (Runs JS)</a:t>
            </a:r>
            <a:endParaRPr/>
          </a:p>
        </p:txBody>
      </p:sp>
      <p:sp>
        <p:nvSpPr>
          <p:cNvPr id="281" name="Google Shape;281;p29"/>
          <p:cNvSpPr txBox="1"/>
          <p:nvPr/>
        </p:nvSpPr>
        <p:spPr>
          <a:xfrm>
            <a:off x="6629400" y="3005137"/>
            <a:ext cx="493061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Development Way</a:t>
            </a:r>
            <a:endParaRPr/>
          </a:p>
        </p:txBody>
      </p:sp>
      <p:sp>
        <p:nvSpPr>
          <p:cNvPr id="282" name="Google Shape;282;p29"/>
          <p:cNvSpPr txBox="1"/>
          <p:nvPr/>
        </p:nvSpPr>
        <p:spPr>
          <a:xfrm>
            <a:off x="6629400" y="3652837"/>
            <a:ext cx="46958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Use ts-node or tsx to run TypeScript files directly without a manual compile step during development.</a:t>
            </a:r>
            <a:endParaRPr/>
          </a:p>
        </p:txBody>
      </p:sp>
      <p:sp>
        <p:nvSpPr>
          <p:cNvPr id="283" name="Google Shape;283;p29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RUNNING TYPESCRIPT</a:t>
            </a:r>
            <a:endParaRPr/>
          </a:p>
        </p:txBody>
      </p:sp>
      <p:sp>
        <p:nvSpPr>
          <p:cNvPr id="284" name="Google Shape;284;p29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210050"/>
            <a:ext cx="11049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0"/>
          <p:cNvSpPr/>
          <p:nvPr/>
        </p:nvSpPr>
        <p:spPr>
          <a:xfrm>
            <a:off x="571500" y="1866900"/>
            <a:ext cx="11049000" cy="381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219575"/>
            <a:ext cx="110299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0"/>
          <p:cNvSpPr/>
          <p:nvPr/>
        </p:nvSpPr>
        <p:spPr>
          <a:xfrm>
            <a:off x="1624905" y="17240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57150" cap="flat" cmpd="sng">
            <a:solidFill>
              <a:srgbClr val="0307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10733" y="2238375"/>
            <a:ext cx="25521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Init</a:t>
            </a:r>
            <a:endParaRPr/>
          </a:p>
        </p:txBody>
      </p:sp>
      <p:sp>
        <p:nvSpPr>
          <p:cNvPr id="295" name="Google Shape;295;p30"/>
          <p:cNvSpPr txBox="1"/>
          <p:nvPr/>
        </p:nvSpPr>
        <p:spPr>
          <a:xfrm>
            <a:off x="571500" y="2743200"/>
            <a:ext cx="243066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git init</a:t>
            </a:r>
            <a:endParaRPr/>
          </a:p>
        </p:txBody>
      </p:sp>
      <p:sp>
        <p:nvSpPr>
          <p:cNvPr id="296" name="Google Shape;296;p30"/>
          <p:cNvSpPr/>
          <p:nvPr/>
        </p:nvSpPr>
        <p:spPr>
          <a:xfrm>
            <a:off x="4497585" y="17240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57150" cap="flat" cmpd="sng">
            <a:solidFill>
              <a:srgbClr val="0307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0"/>
          <p:cNvSpPr txBox="1"/>
          <p:nvPr/>
        </p:nvSpPr>
        <p:spPr>
          <a:xfrm>
            <a:off x="3383413" y="2238375"/>
            <a:ext cx="25521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Commit</a:t>
            </a:r>
            <a:endParaRPr/>
          </a:p>
        </p:txBody>
      </p:sp>
      <p:sp>
        <p:nvSpPr>
          <p:cNvPr id="298" name="Google Shape;298;p30"/>
          <p:cNvSpPr txBox="1"/>
          <p:nvPr/>
        </p:nvSpPr>
        <p:spPr>
          <a:xfrm>
            <a:off x="3444180" y="2743200"/>
            <a:ext cx="243066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git add 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git commit -m "msg"</a:t>
            </a:r>
            <a:endParaRPr/>
          </a:p>
        </p:txBody>
      </p:sp>
      <p:sp>
        <p:nvSpPr>
          <p:cNvPr id="299" name="Google Shape;299;p30"/>
          <p:cNvSpPr/>
          <p:nvPr/>
        </p:nvSpPr>
        <p:spPr>
          <a:xfrm>
            <a:off x="7370266" y="17240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57150" cap="flat" cmpd="sng">
            <a:solidFill>
              <a:srgbClr val="0307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0"/>
          <p:cNvSpPr txBox="1"/>
          <p:nvPr/>
        </p:nvSpPr>
        <p:spPr>
          <a:xfrm>
            <a:off x="6256094" y="2238375"/>
            <a:ext cx="25521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Remote</a:t>
            </a:r>
            <a:endParaRPr/>
          </a:p>
        </p:txBody>
      </p:sp>
      <p:sp>
        <p:nvSpPr>
          <p:cNvPr id="301" name="Google Shape;301;p30"/>
          <p:cNvSpPr txBox="1"/>
          <p:nvPr/>
        </p:nvSpPr>
        <p:spPr>
          <a:xfrm>
            <a:off x="6316860" y="2743200"/>
            <a:ext cx="243066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Create Repo on GitHub &amp; Link</a:t>
            </a:r>
            <a:endParaRPr/>
          </a:p>
        </p:txBody>
      </p:sp>
      <p:sp>
        <p:nvSpPr>
          <p:cNvPr id="302" name="Google Shape;302;p30"/>
          <p:cNvSpPr/>
          <p:nvPr/>
        </p:nvSpPr>
        <p:spPr>
          <a:xfrm>
            <a:off x="10242946" y="17240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57150" cap="flat" cmpd="sng">
            <a:solidFill>
              <a:srgbClr val="0307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0"/>
          <p:cNvSpPr txBox="1"/>
          <p:nvPr/>
        </p:nvSpPr>
        <p:spPr>
          <a:xfrm>
            <a:off x="9128774" y="2238375"/>
            <a:ext cx="25521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Push</a:t>
            </a:r>
            <a:endParaRPr/>
          </a:p>
        </p:txBody>
      </p:sp>
      <p:sp>
        <p:nvSpPr>
          <p:cNvPr id="304" name="Google Shape;304;p30"/>
          <p:cNvSpPr txBox="1"/>
          <p:nvPr/>
        </p:nvSpPr>
        <p:spPr>
          <a:xfrm>
            <a:off x="9189541" y="2743200"/>
            <a:ext cx="243066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git push origin main</a:t>
            </a:r>
            <a:endParaRPr/>
          </a:p>
        </p:txBody>
      </p:sp>
      <p:sp>
        <p:nvSpPr>
          <p:cNvPr id="305" name="Google Shape;305;p30"/>
          <p:cNvSpPr txBox="1"/>
          <p:nvPr/>
        </p:nvSpPr>
        <p:spPr>
          <a:xfrm>
            <a:off x="762000" y="2667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VERSION CONTROL &amp; GITHUB</a:t>
            </a:r>
            <a:endParaRPr/>
          </a:p>
        </p:txBody>
      </p:sp>
      <p:sp>
        <p:nvSpPr>
          <p:cNvPr id="306" name="Google Shape;306;p30"/>
          <p:cNvSpPr/>
          <p:nvPr/>
        </p:nvSpPr>
        <p:spPr>
          <a:xfrm>
            <a:off x="571500" y="266700"/>
            <a:ext cx="952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2" name="Google Shape;312;p31"/>
          <p:cNvGraphicFramePr/>
          <p:nvPr/>
        </p:nvGraphicFramePr>
        <p:xfrm>
          <a:off x="571500" y="2362200"/>
          <a:ext cx="11049000" cy="3019375"/>
        </p:xfrm>
        <a:graphic>
          <a:graphicData uri="http://schemas.openxmlformats.org/drawingml/2006/table">
            <a:tbl>
              <a:tblPr firstRow="1" bandRow="1">
                <a:noFill/>
                <a:tableStyleId>{FA845CAD-34EF-473F-82C1-12A5F25A606E}</a:tableStyleId>
              </a:tblPr>
              <a:tblGrid>
                <a:gridCol w="360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5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BEF26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Task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BEF26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Tool/Command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BEF26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CA3A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Install Node &amp; Git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CA3A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Node Website / Git Bash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CA3A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Required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CA3A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Initialize Project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CA3A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npm init -y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CA3A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Required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CA3A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Setup TypeScript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CA3A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npm i -D typescript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CA3A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Required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CA3A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First Commit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CA3A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GitHub Push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9CA3A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Required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3" name="Google Shape;313;p31"/>
          <p:cNvSpPr/>
          <p:nvPr/>
        </p:nvSpPr>
        <p:spPr>
          <a:xfrm>
            <a:off x="571500" y="2914650"/>
            <a:ext cx="3603724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1"/>
          <p:cNvSpPr/>
          <p:nvPr/>
        </p:nvSpPr>
        <p:spPr>
          <a:xfrm>
            <a:off x="4175224" y="2914650"/>
            <a:ext cx="5359747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1"/>
          <p:cNvSpPr/>
          <p:nvPr/>
        </p:nvSpPr>
        <p:spPr>
          <a:xfrm>
            <a:off x="9534971" y="2914650"/>
            <a:ext cx="2085528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571500" y="3538537"/>
            <a:ext cx="360372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1"/>
          <p:cNvSpPr/>
          <p:nvPr/>
        </p:nvSpPr>
        <p:spPr>
          <a:xfrm>
            <a:off x="4175224" y="3538537"/>
            <a:ext cx="535974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9534971" y="3538537"/>
            <a:ext cx="2085528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1"/>
          <p:cNvSpPr/>
          <p:nvPr/>
        </p:nvSpPr>
        <p:spPr>
          <a:xfrm>
            <a:off x="571500" y="4148137"/>
            <a:ext cx="360372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1"/>
          <p:cNvSpPr/>
          <p:nvPr/>
        </p:nvSpPr>
        <p:spPr>
          <a:xfrm>
            <a:off x="4175224" y="4148137"/>
            <a:ext cx="535974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1"/>
          <p:cNvSpPr/>
          <p:nvPr/>
        </p:nvSpPr>
        <p:spPr>
          <a:xfrm>
            <a:off x="9534971" y="4148137"/>
            <a:ext cx="2085528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1"/>
          <p:cNvSpPr/>
          <p:nvPr/>
        </p:nvSpPr>
        <p:spPr>
          <a:xfrm>
            <a:off x="571500" y="4757737"/>
            <a:ext cx="360372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1"/>
          <p:cNvSpPr/>
          <p:nvPr/>
        </p:nvSpPr>
        <p:spPr>
          <a:xfrm>
            <a:off x="4175224" y="4757737"/>
            <a:ext cx="535974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1"/>
          <p:cNvSpPr/>
          <p:nvPr/>
        </p:nvSpPr>
        <p:spPr>
          <a:xfrm>
            <a:off x="9534971" y="4757737"/>
            <a:ext cx="2085528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1"/>
          <p:cNvSpPr/>
          <p:nvPr/>
        </p:nvSpPr>
        <p:spPr>
          <a:xfrm>
            <a:off x="571500" y="5367337"/>
            <a:ext cx="3603724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1"/>
          <p:cNvSpPr/>
          <p:nvPr/>
        </p:nvSpPr>
        <p:spPr>
          <a:xfrm>
            <a:off x="4175224" y="5367337"/>
            <a:ext cx="5359747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1"/>
          <p:cNvSpPr/>
          <p:nvPr/>
        </p:nvSpPr>
        <p:spPr>
          <a:xfrm>
            <a:off x="9534971" y="5367337"/>
            <a:ext cx="2085528" cy="9525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ASSIGNMENT OVERVIEW</a:t>
            </a:r>
            <a:endParaRPr/>
          </a:p>
        </p:txBody>
      </p:sp>
      <p:sp>
        <p:nvSpPr>
          <p:cNvPr id="329" name="Google Shape;329;p31"/>
          <p:cNvSpPr/>
          <p:nvPr/>
        </p:nvSpPr>
        <p:spPr>
          <a:xfrm>
            <a:off x="571500" y="571500"/>
            <a:ext cx="952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2"/>
          <p:cNvSpPr txBox="1"/>
          <p:nvPr/>
        </p:nvSpPr>
        <p:spPr>
          <a:xfrm>
            <a:off x="3290649" y="3071165"/>
            <a:ext cx="5610701" cy="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Any Questions?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Microsoft Office PowerPoint</Application>
  <PresentationFormat>Widescreen</PresentationFormat>
  <Paragraphs>96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Calibri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Mahesh Bodhgire</cp:lastModifiedBy>
  <cp:revision>1</cp:revision>
  <dcterms:modified xsi:type="dcterms:W3CDTF">2026-05-18T03:24:22Z</dcterms:modified>
</cp:coreProperties>
</file>